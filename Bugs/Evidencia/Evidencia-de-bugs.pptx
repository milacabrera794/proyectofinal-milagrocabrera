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8966b378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8966b378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swQxzMjqfP0KeS0V5GcSF_ints4hIR81/view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00125" y="374200"/>
            <a:ext cx="4734900" cy="45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Evidencia bug caso de prueba HU7</a:t>
            </a:r>
            <a:endParaRPr sz="1800"/>
          </a:p>
        </p:txBody>
      </p:sp>
      <p:pic>
        <p:nvPicPr>
          <p:cNvPr id="55" name="Google Shape;55;p13" title="Captura de pantalla 2025-11-04 a la(s) 12.14.19 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125" y="936825"/>
            <a:ext cx="6408320" cy="40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7361700" y="955725"/>
            <a:ext cx="1498200" cy="3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Se puede observar que no hay modificaciones en la fila de reproduccion que indiquen que la cancion vaya a sonar nuevamente.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Video de evidencia caso de prueba HU7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Evidencia caso de prueba HU7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